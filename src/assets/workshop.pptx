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8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DFED5-150B-E563-70F9-FF466437F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16600-E0D5-4DB6-3002-3DA972F7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27556-ABC6-9DFE-BC18-EE0D27B0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FB9E-6E9A-ED17-5BE3-29990A30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9EDBC-972A-22DD-9B11-B8526CFD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86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FD20-F756-005A-8818-691CB221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6C69-17DB-F281-324F-2C5CDF04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07CA-C770-59DA-F657-6C194589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DE987-08F9-3F20-EBEC-FD774DE1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71422-6373-AE1E-2D16-A1F2A896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34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A831-5891-A87A-D44B-C20BF1C3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CE873-31A8-B55A-50CC-337122430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ACBE-1093-D39B-8B55-75E460FE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CF4B7-1D25-FAB8-BF42-2BD18B53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0CF2-1149-1D49-FC59-BE179265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28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43EB-45BC-1C20-DBF5-74BF6170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31633-8E50-FDB0-2A02-1663C1F2F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21EF5-0D29-E366-5C0B-96021307A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0E40C-DD12-71A9-1E12-1006363D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280DF-DF4B-49DA-2585-5D1E1F07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68359-2E5A-C260-D66F-B8DC0E29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00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AF1D-2014-F18D-BDC1-ED66D7B5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8E0EE-EC9F-1744-EA53-9825B0B0A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C0AC7-4B8D-C788-F20B-F12F4371A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8049C-8D97-88FA-862F-E138D5CDC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4BEB7-EDC0-A6B3-5448-5D0531702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8175DC-4966-665B-8F42-55C5C955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B7263-C404-6C64-F799-80F7BF10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94FEB-B65F-2F11-7110-FE775EDD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4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D410-1FCA-7FFC-4633-E9C65E4A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40370-AE0F-2C1C-F606-55880FF0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657B1-29B5-791A-7022-3BBFE552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7203B-A43A-84FB-F06C-2F6C4920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09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69492-7395-468A-C7B0-BA34E401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8984D-FEAC-2E62-AF90-10967F48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63A57-8BB8-D968-1795-AD2E38CC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94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A7AB-AEB6-1ABA-9D7A-FDE6F632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8099-E5B9-57FE-0B55-BDDF340E7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26A23-9C31-7294-832D-246EFB6ED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DDECB-8E76-824E-6BBE-F4BD56ED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C8A16-8E7E-3E24-BECF-B04E9E76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67091-DFF8-371C-EEC6-DCFCBA09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36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A003-C1CD-FBA0-4EBA-98F7E02A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1B94A-B590-3C4B-4967-508F7F369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FDECC-BB6A-A5CD-0CAC-C08654C0B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166FA-4F38-2808-17FB-0C6D45B8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D8462-2925-6C84-63FE-88616724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55614-85B2-0414-0B44-4AE0A5F9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3293-CED3-A788-B3BF-E37DB769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37A91-950B-C560-E893-DEA195EE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4EE3-2B20-051F-C44C-543994C5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7F10-F9EB-C322-F797-E644EB64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C1D5D-80CD-6B07-5515-3A255BC1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18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F45FE-1837-3DC4-01DB-99E68CF4E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BD304-D3F6-EA0C-3130-54843AC7D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229A6-89DE-9CC3-2B02-52A3BA2E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17BD2-B07E-1D89-94BC-B1A06FCD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B14B-D468-3338-6569-9CBA6352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6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0C52F-C42E-72CB-93E2-20E1CF1F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24F20-D425-D10D-34BB-8CD470729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F6418-AA56-A36B-D757-D5D60A8E0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BB240-8D8B-4FE8-9D83-AD011B370072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45D2-A7FE-19A5-16C9-BDAEDD28E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7085-1B87-5D97-8BEC-7E2D9AC57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EE69D-D697-4D0A-A5C6-FABE01D36F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87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2 Interesting Facts about Postcodes - The Postal Museum">
            <a:extLst>
              <a:ext uri="{FF2B5EF4-FFF2-40B4-BE49-F238E27FC236}">
                <a16:creationId xmlns:a16="http://schemas.microsoft.com/office/drawing/2014/main" id="{677A5894-44EE-9DD4-B952-B59822F67D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2753" r="89862">
                        <a14:foregroundMark x1="7760" y1="67833" x2="7760" y2="67833"/>
                        <a14:foregroundMark x1="2753" y1="73750" x2="2753" y2="73750"/>
                      </a14:backgroundRemoval>
                    </a14:imgEffect>
                  </a14:imgLayer>
                </a14:imgProps>
              </a:ext>
            </a:extLst>
          </a:blip>
          <a:srcRect l="-5337" t="28463" r="5337" b="4952"/>
          <a:stretch>
            <a:fillRect/>
          </a:stretch>
        </p:blipFill>
        <p:spPr>
          <a:xfrm>
            <a:off x="4382512" y="1715512"/>
            <a:ext cx="3426976" cy="34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61C8C-04E6-EF1C-2A73-F67F8BDA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ostcode map of the UK : r/MapPorn">
            <a:extLst>
              <a:ext uri="{FF2B5EF4-FFF2-40B4-BE49-F238E27FC236}">
                <a16:creationId xmlns:a16="http://schemas.microsoft.com/office/drawing/2014/main" id="{A0C5D99B-C832-AD33-170D-DE89B6F0B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73" t="1620" r="5045" b="2430"/>
          <a:stretch>
            <a:fillRect/>
          </a:stretch>
        </p:blipFill>
        <p:spPr>
          <a:xfrm>
            <a:off x="3600628" y="138869"/>
            <a:ext cx="4990744" cy="6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GUR HARUSH</dc:creator>
  <cp:lastModifiedBy>G GUR HARUSH</cp:lastModifiedBy>
  <cp:revision>3</cp:revision>
  <dcterms:created xsi:type="dcterms:W3CDTF">2026-09-25T14:28:10Z</dcterms:created>
  <dcterms:modified xsi:type="dcterms:W3CDTF">2026-09-25T15:32:09Z</dcterms:modified>
</cp:coreProperties>
</file>